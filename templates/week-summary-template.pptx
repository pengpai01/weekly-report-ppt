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3334" r:id="rId5"/>
    <p:sldId id="3640" r:id="rId6"/>
    <p:sldId id="3355" r:id="rId7"/>
  </p:sldIdLst>
  <p:sldSz cx="12858750" cy="7232650"/>
  <p:notesSz cx="6797675" cy="9925050"/>
  <p:custDataLst>
    <p:tags r:id="rId1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0" userDrawn="1">
          <p15:clr>
            <a:srgbClr val="A4A3A4"/>
          </p15:clr>
        </p15:guide>
        <p15:guide id="2" pos="4028" userDrawn="1">
          <p15:clr>
            <a:srgbClr val="A4A3A4"/>
          </p15:clr>
        </p15:guide>
        <p15:guide id="3" pos="512" userDrawn="1">
          <p15:clr>
            <a:srgbClr val="A4A3A4"/>
          </p15:clr>
        </p15:guide>
        <p15:guide id="4" orient="horz" pos="4272" userDrawn="1">
          <p15:clr>
            <a:srgbClr val="A4A3A4"/>
          </p15:clr>
        </p15:guide>
        <p15:guide id="5" pos="7594" userDrawn="1">
          <p15:clr>
            <a:srgbClr val="A4A3A4"/>
          </p15:clr>
        </p15:guide>
        <p15:guide id="6" pos="69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1D5"/>
    <a:srgbClr val="B8D4C5"/>
    <a:srgbClr val="75A99C"/>
    <a:srgbClr val="D1E1B2"/>
    <a:srgbClr val="A2C7B6"/>
    <a:srgbClr val="D8E3A9"/>
    <a:srgbClr val="FE5817"/>
    <a:srgbClr val="48597F"/>
    <a:srgbClr val="0673AE"/>
    <a:srgbClr val="0C27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33" autoAdjust="0"/>
    <p:restoredTop sz="89843" autoAdjust="0"/>
  </p:normalViewPr>
  <p:slideViewPr>
    <p:cSldViewPr showGuides="1">
      <p:cViewPr varScale="1">
        <p:scale>
          <a:sx n="134" d="100"/>
          <a:sy n="134" d="100"/>
        </p:scale>
        <p:origin x="1156" y="84"/>
      </p:cViewPr>
      <p:guideLst>
        <p:guide orient="horz" pos="390"/>
        <p:guide pos="4028"/>
        <p:guide pos="512"/>
        <p:guide orient="horz" pos="4272"/>
        <p:guide pos="7594"/>
        <p:guide pos="6957"/>
      </p:guideLst>
    </p:cSldViewPr>
  </p:slideViewPr>
  <p:outlineViewPr>
    <p:cViewPr>
      <p:scale>
        <a:sx n="100" d="100"/>
        <a:sy n="100" d="100"/>
      </p:scale>
      <p:origin x="0" y="-205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7976"/>
          </a:xfrm>
          <a:prstGeom prst="rect">
            <a:avLst/>
          </a:prstGeom>
        </p:spPr>
        <p:txBody>
          <a:bodyPr vert="horz" lIns="95534" tIns="47767" rIns="95534" bIns="47767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0"/>
            <a:ext cx="2945659" cy="497976"/>
          </a:xfrm>
          <a:prstGeom prst="rect">
            <a:avLst/>
          </a:prstGeom>
        </p:spPr>
        <p:txBody>
          <a:bodyPr vert="horz" lIns="95534" tIns="47767" rIns="95534" bIns="47767" rtlCol="0"/>
          <a:lstStyle>
            <a:lvl1pPr algn="r">
              <a:defRPr sz="1300"/>
            </a:lvl1pPr>
          </a:lstStyle>
          <a:p>
            <a:fld id="{E9630DBF-D010-4114-9DE3-41E342A27C18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27077"/>
            <a:ext cx="2945659" cy="497975"/>
          </a:xfrm>
          <a:prstGeom prst="rect">
            <a:avLst/>
          </a:prstGeom>
        </p:spPr>
        <p:txBody>
          <a:bodyPr vert="horz" lIns="95534" tIns="47767" rIns="95534" bIns="47767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27077"/>
            <a:ext cx="2945659" cy="497975"/>
          </a:xfrm>
          <a:prstGeom prst="rect">
            <a:avLst/>
          </a:prstGeom>
        </p:spPr>
        <p:txBody>
          <a:bodyPr vert="horz" lIns="95534" tIns="47767" rIns="95534" bIns="47767" rtlCol="0" anchor="b"/>
          <a:lstStyle>
            <a:lvl1pPr algn="r">
              <a:defRPr sz="1300"/>
            </a:lvl1pPr>
          </a:lstStyle>
          <a:p>
            <a:fld id="{D4D1D107-4CC9-43CA-8CA8-36E1DF70D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6253"/>
          </a:xfrm>
          <a:prstGeom prst="rect">
            <a:avLst/>
          </a:prstGeom>
        </p:spPr>
        <p:txBody>
          <a:bodyPr vert="horz" lIns="95534" tIns="47767" rIns="95534" bIns="47767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6253"/>
          </a:xfrm>
          <a:prstGeom prst="rect">
            <a:avLst/>
          </a:prstGeom>
        </p:spPr>
        <p:txBody>
          <a:bodyPr vert="horz" lIns="95534" tIns="47767" rIns="95534" bIns="47767" rtlCol="0"/>
          <a:lstStyle>
            <a:lvl1pPr algn="r">
              <a:defRPr sz="13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t>2026/8/18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34" tIns="47767" rIns="95534" bIns="47767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400"/>
            <a:ext cx="5438140" cy="4466273"/>
          </a:xfrm>
          <a:prstGeom prst="rect">
            <a:avLst/>
          </a:prstGeom>
        </p:spPr>
        <p:txBody>
          <a:bodyPr vert="horz" lIns="95534" tIns="47767" rIns="95534" bIns="47767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2" y="9427075"/>
            <a:ext cx="2945659" cy="496253"/>
          </a:xfrm>
          <a:prstGeom prst="rect">
            <a:avLst/>
          </a:prstGeom>
        </p:spPr>
        <p:txBody>
          <a:bodyPr vert="horz" lIns="95534" tIns="47767" rIns="95534" bIns="47767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5" y="9427075"/>
            <a:ext cx="2945659" cy="496253"/>
          </a:xfrm>
          <a:prstGeom prst="rect">
            <a:avLst/>
          </a:prstGeom>
        </p:spPr>
        <p:txBody>
          <a:bodyPr vert="horz" wrap="square" lIns="95534" tIns="47767" rIns="95534" bIns="47767" numCol="1" anchor="b" anchorCtr="0" compatLnSpc="1"/>
          <a:lstStyle>
            <a:lvl1pPr algn="r">
              <a:defRPr sz="1300"/>
            </a:lvl1pPr>
          </a:lstStyle>
          <a:p>
            <a:fld id="{418F03C3-53C1-4F10-8DAF-D1F318E96C6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2939" y="1717781"/>
            <a:ext cx="5545336" cy="4860273"/>
          </a:xfrm>
          <a:ln>
            <a:noFill/>
            <a:prstDash val="sysDot"/>
          </a:ln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21000"/>
              </a:spcBef>
              <a:buFont typeface="Arial" panose="020B0604020202020204" pitchFamily="34" charset="0"/>
              <a:defRPr lang="zh-CN" altLang="en-US" sz="2110" kern="1200" dirty="0" smtClean="0">
                <a:solidFill>
                  <a:schemeClr val="tx1"/>
                </a:solidFill>
                <a:latin typeface="STHeiti Light" charset="-122"/>
                <a:ea typeface="STHeiti Light" charset="-122"/>
                <a:cs typeface="STHeiti Light" charset="-122"/>
              </a:defRPr>
            </a:lvl1pPr>
            <a:lvl2pPr algn="l" defTabSz="914400" rtl="0" eaLnBrk="1" latinLnBrk="0" hangingPunct="1">
              <a:spcBef>
                <a:spcPct val="21000"/>
              </a:spcBef>
              <a:buFont typeface="Arial" panose="020B0604020202020204" pitchFamily="34" charset="0"/>
              <a:defRPr lang="zh-CN" altLang="en-US" sz="1900" kern="1200" dirty="0" smtClean="0">
                <a:solidFill>
                  <a:schemeClr val="tx1"/>
                </a:solidFill>
                <a:latin typeface="STHeiti Light" charset="-122"/>
                <a:ea typeface="STHeiti Light" charset="-122"/>
                <a:cs typeface="STHeiti Light" charset="-122"/>
              </a:defRPr>
            </a:lvl2pPr>
            <a:lvl3pPr algn="l" defTabSz="914400" rtl="0" eaLnBrk="1" latinLnBrk="0" hangingPunct="1">
              <a:spcBef>
                <a:spcPct val="21000"/>
              </a:spcBef>
              <a:buFont typeface="Arial" panose="020B0604020202020204" pitchFamily="34" charset="0"/>
              <a:defRPr lang="zh-CN" altLang="en-US" sz="1685" kern="1200" dirty="0" smtClean="0">
                <a:solidFill>
                  <a:schemeClr val="tx1"/>
                </a:solidFill>
                <a:latin typeface="STHeiti Light" charset="-122"/>
                <a:ea typeface="STHeiti Light" charset="-122"/>
                <a:cs typeface="STHeiti Light" charset="-122"/>
              </a:defRPr>
            </a:lvl3pPr>
            <a:lvl4pPr algn="l" defTabSz="914400" rtl="0" eaLnBrk="1" latinLnBrk="0" hangingPunct="1">
              <a:spcBef>
                <a:spcPct val="21000"/>
              </a:spcBef>
              <a:buFont typeface="Arial" panose="020B0604020202020204" pitchFamily="34" charset="0"/>
              <a:defRPr lang="zh-CN" altLang="en-US" sz="1475" kern="1200" dirty="0" smtClean="0">
                <a:solidFill>
                  <a:schemeClr val="tx1"/>
                </a:solidFill>
                <a:latin typeface="STHeiti Light" charset="-122"/>
                <a:ea typeface="STHeiti Light" charset="-122"/>
                <a:cs typeface="STHeiti Light" charset="-122"/>
              </a:defRPr>
            </a:lvl4pPr>
            <a:lvl5pPr algn="l" defTabSz="914400" rtl="0" eaLnBrk="1" latinLnBrk="0" hangingPunct="1">
              <a:spcBef>
                <a:spcPct val="21000"/>
              </a:spcBef>
              <a:buFont typeface="Arial" panose="020B0604020202020204" pitchFamily="34" charset="0"/>
              <a:defRPr lang="zh-CN" altLang="en-US" sz="1265" kern="1200" dirty="0">
                <a:solidFill>
                  <a:schemeClr val="tx1"/>
                </a:solidFill>
                <a:latin typeface="STHeiti Light" charset="-122"/>
                <a:ea typeface="STHeiti Light" charset="-122"/>
                <a:cs typeface="STHeiti Light" charset="-122"/>
              </a:defRPr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694961" y="6703666"/>
            <a:ext cx="520852" cy="385072"/>
          </a:xfrm>
        </p:spPr>
        <p:txBody>
          <a:bodyPr/>
          <a:lstStyle/>
          <a:p>
            <a:fld id="{BDAE9345-F2BB-46E9-B1A5-A411057D86D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642940" y="426771"/>
            <a:ext cx="11558329" cy="683476"/>
          </a:xfrm>
          <a:ln>
            <a:noFill/>
            <a:prstDash val="sysDot"/>
          </a:ln>
        </p:spPr>
        <p:txBody>
          <a:bodyPr>
            <a:normAutofit/>
          </a:bodyPr>
          <a:lstStyle>
            <a:lvl1pPr algn="l">
              <a:defRPr sz="2110" b="1">
                <a:latin typeface="STHeiti Light" charset="-122"/>
                <a:ea typeface="STHeiti Light" charset="-122"/>
                <a:cs typeface="STHeiti Light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657488" y="1338072"/>
            <a:ext cx="11543782" cy="0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内容占位符 2"/>
          <p:cNvSpPr>
            <a:spLocks noGrp="1"/>
          </p:cNvSpPr>
          <p:nvPr>
            <p:ph sz="half" idx="13"/>
          </p:nvPr>
        </p:nvSpPr>
        <p:spPr>
          <a:xfrm>
            <a:off x="6617352" y="1725707"/>
            <a:ext cx="5583915" cy="4860273"/>
          </a:xfrm>
          <a:ln>
            <a:noFill/>
            <a:prstDash val="sysDot"/>
          </a:ln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21000"/>
              </a:spcBef>
              <a:buFont typeface="Arial" panose="020B0604020202020204" pitchFamily="34" charset="0"/>
              <a:defRPr lang="zh-CN" altLang="en-US" sz="2110" kern="1200" dirty="0" smtClean="0">
                <a:solidFill>
                  <a:schemeClr val="tx1"/>
                </a:solidFill>
                <a:latin typeface="STHeiti Light" charset="-122"/>
                <a:ea typeface="STHeiti Light" charset="-122"/>
                <a:cs typeface="STHeiti Light" charset="-122"/>
              </a:defRPr>
            </a:lvl1pPr>
            <a:lvl2pPr algn="l" defTabSz="914400" rtl="0" eaLnBrk="1" latinLnBrk="0" hangingPunct="1">
              <a:spcBef>
                <a:spcPct val="21000"/>
              </a:spcBef>
              <a:buFont typeface="Arial" panose="020B0604020202020204" pitchFamily="34" charset="0"/>
              <a:defRPr lang="zh-CN" altLang="en-US" sz="1900" kern="1200" dirty="0" smtClean="0">
                <a:solidFill>
                  <a:schemeClr val="tx1"/>
                </a:solidFill>
                <a:latin typeface="STHeiti Light" charset="-122"/>
                <a:ea typeface="STHeiti Light" charset="-122"/>
                <a:cs typeface="STHeiti Light" charset="-122"/>
              </a:defRPr>
            </a:lvl2pPr>
            <a:lvl3pPr algn="l" defTabSz="914400" rtl="0" eaLnBrk="1" latinLnBrk="0" hangingPunct="1">
              <a:spcBef>
                <a:spcPct val="21000"/>
              </a:spcBef>
              <a:buFont typeface="Arial" panose="020B0604020202020204" pitchFamily="34" charset="0"/>
              <a:defRPr lang="zh-CN" altLang="en-US" sz="1685" kern="1200" dirty="0" smtClean="0">
                <a:solidFill>
                  <a:schemeClr val="tx1"/>
                </a:solidFill>
                <a:latin typeface="STHeiti Light" charset="-122"/>
                <a:ea typeface="STHeiti Light" charset="-122"/>
                <a:cs typeface="STHeiti Light" charset="-122"/>
              </a:defRPr>
            </a:lvl3pPr>
            <a:lvl4pPr algn="l" defTabSz="914400" rtl="0" eaLnBrk="1" latinLnBrk="0" hangingPunct="1">
              <a:spcBef>
                <a:spcPct val="21000"/>
              </a:spcBef>
              <a:buFont typeface="Arial" panose="020B0604020202020204" pitchFamily="34" charset="0"/>
              <a:defRPr lang="zh-CN" altLang="en-US" sz="1475" kern="1200" dirty="0" smtClean="0">
                <a:solidFill>
                  <a:schemeClr val="tx1"/>
                </a:solidFill>
                <a:latin typeface="STHeiti Light" charset="-122"/>
                <a:ea typeface="STHeiti Light" charset="-122"/>
                <a:cs typeface="STHeiti Light" charset="-122"/>
              </a:defRPr>
            </a:lvl4pPr>
            <a:lvl5pPr algn="l" defTabSz="914400" rtl="0" eaLnBrk="1" latinLnBrk="0" hangingPunct="1">
              <a:spcBef>
                <a:spcPct val="21000"/>
              </a:spcBef>
              <a:buFont typeface="Arial" panose="020B0604020202020204" pitchFamily="34" charset="0"/>
              <a:defRPr lang="zh-CN" altLang="en-US" sz="1265" kern="1200" dirty="0">
                <a:solidFill>
                  <a:schemeClr val="tx1"/>
                </a:solidFill>
                <a:latin typeface="STHeiti Light" charset="-122"/>
                <a:ea typeface="STHeiti Light" charset="-122"/>
                <a:cs typeface="STHeiti Light" charset="-122"/>
              </a:defRPr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transition spd="slow" advTm="0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82D2-7A68-459D-A996-9BDDA2518FA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634614" y="6491996"/>
            <a:ext cx="1224136" cy="740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 advTm="0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03820" y="845446"/>
            <a:ext cx="1995676" cy="1192048"/>
          </a:xfrm>
          <a:prstGeom prst="rect">
            <a:avLst/>
          </a:prstGeom>
          <a:blipFill dpi="0" rotWithShape="1">
            <a:blip r:embed="rId3" cstate="email"/>
            <a:srcRect/>
            <a:stretch>
              <a:fillRect/>
            </a:stretch>
          </a:blip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2493252" y="845446"/>
            <a:ext cx="1997909" cy="1192048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493252" y="2189290"/>
            <a:ext cx="1997909" cy="1194281"/>
          </a:xfrm>
          <a:prstGeom prst="rect">
            <a:avLst/>
          </a:prstGeom>
          <a:blipFill dpi="0" rotWithShape="1">
            <a:blip r:embed="rId4" cstate="email"/>
            <a:srcRect/>
            <a:stretch>
              <a:fillRect/>
            </a:stretch>
          </a:blip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663047" y="2189290"/>
            <a:ext cx="4951240" cy="1194281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493252" y="3533134"/>
            <a:ext cx="1997909" cy="1198745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663047" y="838749"/>
            <a:ext cx="1997909" cy="1198745"/>
          </a:xfrm>
          <a:prstGeom prst="rect">
            <a:avLst/>
          </a:prstGeom>
          <a:blipFill dpi="0" rotWithShape="1">
            <a:blip r:embed="rId5" cstate="email"/>
            <a:srcRect/>
            <a:stretch>
              <a:fillRect/>
            </a:stretch>
          </a:blip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3031237" y="-20687"/>
            <a:ext cx="924172" cy="660761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-4691" y="2189290"/>
            <a:ext cx="2404187" cy="209836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3031237" y="4943946"/>
            <a:ext cx="924172" cy="392885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4663046" y="3529165"/>
            <a:ext cx="439764" cy="346007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20" name="矩形 259"/>
          <p:cNvSpPr>
            <a:spLocks noChangeArrowheads="1"/>
          </p:cNvSpPr>
          <p:nvPr/>
        </p:nvSpPr>
        <p:spPr bwMode="auto">
          <a:xfrm>
            <a:off x="5421263" y="4326485"/>
            <a:ext cx="6503308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4000" dirty="0">
                <a:sym typeface="+mn-ea"/>
              </a:rPr>
              <a:t>AI</a:t>
            </a:r>
            <a:r>
              <a:rPr lang="zh-CN" altLang="en-US" sz="4000" dirty="0">
                <a:sym typeface="+mn-ea"/>
              </a:rPr>
              <a:t>项目总结汇报</a:t>
            </a:r>
            <a:endParaRPr lang="zh-CN" altLang="en-US" sz="4000" b="1" dirty="0">
              <a:solidFill>
                <a:schemeClr val="bg1">
                  <a:lumMod val="6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1" name="矩形 259"/>
          <p:cNvSpPr>
            <a:spLocks noChangeArrowheads="1"/>
          </p:cNvSpPr>
          <p:nvPr/>
        </p:nvSpPr>
        <p:spPr bwMode="auto">
          <a:xfrm>
            <a:off x="5404139" y="5560541"/>
            <a:ext cx="5922736" cy="676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000" dirty="0">
                <a:cs typeface="Arial" panose="020B0604020202020204" pitchFamily="34" charset="0"/>
              </a:rPr>
              <a:t>部   门：设备开发部</a:t>
            </a:r>
            <a:endParaRPr lang="en-US" altLang="zh-CN" sz="2000" dirty="0">
              <a:cs typeface="Arial" panose="020B0604020202020204" pitchFamily="34" charset="0"/>
            </a:endParaRPr>
          </a:p>
          <a:p>
            <a:pPr>
              <a:buNone/>
            </a:pPr>
            <a:r>
              <a:rPr lang="zh-CN" altLang="en-US" sz="2000" dirty="0">
                <a:cs typeface="Arial" panose="020B0604020202020204" pitchFamily="34" charset="0"/>
              </a:rPr>
              <a:t>日   期：</a:t>
            </a:r>
            <a:r>
              <a:rPr lang="en-US" altLang="zh-CN" sz="2000" dirty="0">
                <a:cs typeface="Arial" panose="020B0604020202020204" pitchFamily="34" charset="0"/>
              </a:rPr>
              <a:t>20250829</a:t>
            </a:r>
            <a:endParaRPr lang="zh-CN" altLang="en-US" sz="2000" dirty="0">
              <a:cs typeface="Arial" panose="020B0604020202020204" pitchFamily="34" charset="0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634614" y="6491996"/>
            <a:ext cx="1224136" cy="740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Tm="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32559" y="598775"/>
            <a:ext cx="11558329" cy="683476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微生物形态学鉴定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APP</a:t>
            </a:r>
            <a:r>
              <a:rPr lang="en-US" altLang="zh-CN" sz="2400" dirty="0">
                <a:sym typeface="+mn-ea"/>
              </a:rPr>
              <a:t> 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09834" y="144147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论坛：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03820" y="845446"/>
            <a:ext cx="1995676" cy="1192048"/>
          </a:xfrm>
          <a:prstGeom prst="rect">
            <a:avLst/>
          </a:prstGeom>
          <a:blipFill dpi="0" rotWithShape="1">
            <a:blip r:embed="rId3" cstate="email"/>
            <a:srcRect/>
            <a:stretch>
              <a:fillRect/>
            </a:stretch>
          </a:blip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2493252" y="845446"/>
            <a:ext cx="1997909" cy="1192048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493252" y="2189290"/>
            <a:ext cx="1997909" cy="1194281"/>
          </a:xfrm>
          <a:prstGeom prst="rect">
            <a:avLst/>
          </a:prstGeom>
          <a:blipFill dpi="0" rotWithShape="1">
            <a:blip r:embed="rId4" cstate="email"/>
            <a:srcRect/>
            <a:stretch>
              <a:fillRect/>
            </a:stretch>
          </a:blip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663047" y="2189290"/>
            <a:ext cx="4951240" cy="1194281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493252" y="3533134"/>
            <a:ext cx="1997909" cy="1198745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663047" y="838749"/>
            <a:ext cx="1997909" cy="1198745"/>
          </a:xfrm>
          <a:prstGeom prst="rect">
            <a:avLst/>
          </a:prstGeom>
          <a:blipFill dpi="0" rotWithShape="1">
            <a:blip r:embed="rId5" cstate="email"/>
            <a:srcRect/>
            <a:stretch>
              <a:fillRect/>
            </a:stretch>
          </a:blip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3031237" y="-20687"/>
            <a:ext cx="924172" cy="660761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-4691" y="2189290"/>
            <a:ext cx="2404187" cy="209836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3031237" y="4943946"/>
            <a:ext cx="924172" cy="392885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4663046" y="3529165"/>
            <a:ext cx="439764" cy="346007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anchor="t" anchorCtr="0" compatLnSpc="1"/>
          <a:lstStyle/>
          <a:p>
            <a:endParaRPr lang="zh-CN" altLang="en-US"/>
          </a:p>
        </p:txBody>
      </p:sp>
      <p:sp>
        <p:nvSpPr>
          <p:cNvPr id="20" name="矩形 259"/>
          <p:cNvSpPr>
            <a:spLocks noChangeArrowheads="1"/>
          </p:cNvSpPr>
          <p:nvPr/>
        </p:nvSpPr>
        <p:spPr bwMode="auto">
          <a:xfrm>
            <a:off x="5421263" y="3909282"/>
            <a:ext cx="650330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6600" b="1" dirty="0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t>感谢您的聆听！</a:t>
            </a:r>
          </a:p>
        </p:txBody>
      </p:sp>
    </p:spTree>
  </p:cSld>
  <p:clrMapOvr>
    <a:masterClrMapping/>
  </p:clrMapOvr>
  <p:transition spd="slow" advTm="0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069"/>
  <p:tag name="KSO_WPP_MARK_KEY" val="cb115b6a-1100-4c1c-9d79-8bc712417a40"/>
  <p:tag name="COMMONDATA" val="eyJoZGlkIjoiMWM4M2I2NjlkMGU3NmQ2YTFmMmE4NGQxNWI5ODUyODAifQ=="/>
</p:tagLst>
</file>

<file path=ppt/theme/theme1.xml><?xml version="1.0" encoding="utf-8"?>
<a:theme xmlns:a="http://schemas.openxmlformats.org/drawingml/2006/main" name="第一PPT，www.1ppt.com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0070C0"/>
      </a:accent5>
      <a:accent6>
        <a:srgbClr val="00B0F0"/>
      </a:accent6>
      <a:hlink>
        <a:srgbClr val="0070C0"/>
      </a:hlink>
      <a:folHlink>
        <a:srgbClr val="00B0F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F2D11ACC80BB8A4E8D2511B1C9C0243F" ma:contentTypeVersion="3" ma:contentTypeDescription="新建文档。" ma:contentTypeScope="" ma:versionID="ad02b8e8e9494d6144ff63ea95d2c497">
  <xsd:schema xmlns:xsd="http://www.w3.org/2001/XMLSchema" xmlns:xs="http://www.w3.org/2001/XMLSchema" xmlns:p="http://schemas.microsoft.com/office/2006/metadata/properties" xmlns:ns3="70bc03ea-4a5a-4f5c-bfd8-fdd32e10ab19" targetNamespace="http://schemas.microsoft.com/office/2006/metadata/properties" ma:root="true" ma:fieldsID="b794ece8b898d954f09acc5f682c2126" ns3:_="">
    <xsd:import namespace="70bc03ea-4a5a-4f5c-bfd8-fdd32e10ab1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bc03ea-4a5a-4f5c-bfd8-fdd32e10ab1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共享提示哈希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AFA9CF-2B8D-4CDD-91A8-BDF2CFA0E72E}">
  <ds:schemaRefs/>
</ds:datastoreItem>
</file>

<file path=customXml/itemProps2.xml><?xml version="1.0" encoding="utf-8"?>
<ds:datastoreItem xmlns:ds="http://schemas.openxmlformats.org/officeDocument/2006/customXml" ds:itemID="{95B12167-DC93-4A8C-874C-F3FE35091C03}">
  <ds:schemaRefs/>
</ds:datastoreItem>
</file>

<file path=customXml/itemProps3.xml><?xml version="1.0" encoding="utf-8"?>
<ds:datastoreItem xmlns:ds="http://schemas.openxmlformats.org/officeDocument/2006/customXml" ds:itemID="{66F1BFAE-7769-40DE-9293-A38E46C2984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自定义</PresentationFormat>
  <Paragraphs>16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STHeiti Light</vt:lpstr>
      <vt:lpstr>微软雅黑</vt:lpstr>
      <vt:lpstr>Arial</vt:lpstr>
      <vt:lpstr>Calibri</vt:lpstr>
      <vt:lpstr>Calibri Light</vt:lpstr>
      <vt:lpstr>第一PPT，www.1ppt.com</vt:lpstr>
      <vt:lpstr>PowerPoint 演示文稿</vt:lpstr>
      <vt:lpstr>一、微生物形态学鉴定APP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蓝色简洁</dc:title>
  <dc:creator/>
  <cp:keywords>第一PPT模板网-WWW.1PPT.COM</cp:keywords>
  <cp:lastModifiedBy/>
  <cp:revision>98</cp:revision>
  <dcterms:created xsi:type="dcterms:W3CDTF">2016-11-06T17:14:00Z</dcterms:created>
  <dcterms:modified xsi:type="dcterms:W3CDTF">2026-08-18T02:51:25Z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501FE28C89754F31A2904F74D44B79B1_13</vt:lpwstr>
  </property>
  <property fmtid="{D5CDD505-2E9C-101B-9397-08002B2CF9AE}" pid="4" name="ContentTypeId">
    <vt:lpwstr>0x010100F2D11ACC80BB8A4E8D2511B1C9C0243F</vt:lpwstr>
  </property>
</Properties>
</file>